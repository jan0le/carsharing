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Erkläre: WebGUI und RestApi hängen von Domain+Model ab. Domain hängt nur von Model ab. DB ist SQLite und wird beim Start automatisch erstellt.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Zeige AddDbContext(UseSqlite), Repository-Registrierung, PaymentService-Registrierung, Swagger + EnsureCreated.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Zeige, dass WebGUI die gleiche Domain nutzt wie RestApi (gleiche DB/Repo/Service Registrierung).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Wichtig: Validation, Status 'Completed/Failed', Speicherung via Repository, History-Query.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PaymentService Microservice – Präsentations-Guideline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Fokus: PaymentService/ (Model, Domain, RestApi, WebGUI)</a:t>
            </a:r>
          </a:p>
          <a:p>
            <a:r>
              <a:t>Präsentation: 10./12. Dez. | erstellt am 21.12.2025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(3 Teilpräsentationen)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Teil 1 (Boris): Architektur, Schichten, Dependency Injection</a:t>
            </a:r>
          </a:p>
          <a:p>
            <a:pPr/>
            <a:r>
              <a:t>Teil 2 (Maxl): Domain/Services &amp; Wiederverwendbarkeit (Repository Pattern)</a:t>
            </a:r>
          </a:p>
          <a:p>
            <a:pPr/>
            <a:r>
              <a:t>Teil 3 (Ole): Views &amp; Live-Demo + Tests (inkl. Backup-Screenshots)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Teil 1 – Boris: Warum Schichten?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Trennung von Verantwortung: UI/API vs Business vs Datenmodell</a:t>
            </a:r>
          </a:p>
          <a:p>
            <a:pPr/>
            <a:r>
              <a:t>Wartbarkeit: Änderungen bleiben lokal in einer Schicht</a:t>
            </a:r>
          </a:p>
          <a:p>
            <a:pPr/>
            <a:r>
              <a:t>Testbarkeit: Domain kann ohne UI/DB getestet werden (Fake Repository)</a:t>
            </a:r>
          </a:p>
          <a:p>
            <a:pPr/>
            <a:r>
              <a:t>Wiederverwendbarkeit: Domain wird von RestApi und WebGUI genutzt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Teil 1 – Boris: Schichten &amp; Dependency-Fluss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926080" cy="914400"/>
          </a:xfrm>
          <a:prstGeom prst="roundRect">
            <a:avLst/>
          </a:prstGeom>
          <a:solidFill>
            <a:schemeClr val="accent1">
              <a:lumMod val="80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WebGUI</a:t>
            </a:r>
          </a:p>
          <a:p>
            <a:pPr>
              <a:defRPr sz="1200"/>
            </a:pPr>
            <a:r>
              <a:t>MVC View + Controller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00400"/>
            <a:ext cx="2926080" cy="914400"/>
          </a:xfrm>
          <a:prstGeom prst="roundRect">
            <a:avLst/>
          </a:prstGeom>
          <a:solidFill>
            <a:schemeClr val="accent1">
              <a:lumMod val="80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RestApi</a:t>
            </a:r>
          </a:p>
          <a:p>
            <a:pPr>
              <a:defRPr sz="1200"/>
            </a:pPr>
            <a:r>
              <a:t>HTTP API + Swagger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2926080" cy="914400"/>
          </a:xfrm>
          <a:prstGeom prst="roundRect">
            <a:avLst/>
          </a:prstGeom>
          <a:solidFill>
            <a:schemeClr val="accent1">
              <a:lumMod val="80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Domain</a:t>
            </a:r>
          </a:p>
          <a:p>
            <a:pPr>
              <a:defRPr sz="1200"/>
            </a:pPr>
            <a:r>
              <a:t>Services + Repositories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943600"/>
            <a:ext cx="2926080" cy="914400"/>
          </a:xfrm>
          <a:prstGeom prst="roundRect">
            <a:avLst/>
          </a:prstGeom>
          <a:solidFill>
            <a:schemeClr val="accent1">
              <a:lumMod val="80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Model</a:t>
            </a:r>
          </a:p>
          <a:p>
            <a:pPr>
              <a:defRPr sz="1200"/>
            </a:pPr>
            <a:r>
              <a:t>Entities + DbContext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27432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77440" y="41148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77440" y="54864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577840" y="4754880"/>
            <a:ext cx="2468880" cy="1280160"/>
          </a:xfrm>
          <a:prstGeom prst="roundRect">
            <a:avLst/>
          </a:prstGeom>
          <a:solidFill>
            <a:schemeClr val="accent2">
              <a:lumMod val="90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SQLite</a:t>
            </a:r>
          </a:p>
          <a:p>
            <a:r>
              <a:t>payment.dev.db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840480" y="5394960"/>
            <a:ext cx="1737360" cy="1005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Teil 1 – Boris: DI in RestApi (Program.cs) – Auszug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155680" cy="4846320"/>
          </a:xfrm>
          <a:prstGeom prst="rect">
            <a:avLst/>
          </a:prstGeom>
          <a:solidFill>
            <a:srgbClr val="19191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0F0F0"/>
                </a:solidFill>
                <a:latin typeface="Consolas"/>
              </a:rPr>
              <a:t>using Domain.Interfaces;
using Domain.Repositories;
using Domain.Services;
using Microsoft.EntityFrameworkCore;
using Model.Configuration;
using Model.Entities;
var builder = WebApplication.CreateBuilder(args);
builder.Services.AddControllers();
builder.Services.AddEndpointsApiExplorer();
builder.Services.AddSwaggerGen();
builder.Services.AddDbContext&lt;PaymentDbContext&gt;(options =&gt;
    options.UseSqlite(builder.Configuration.GetConnectionString("PaymentDB")));
// Repository + Domain service registrations (style aligned with Fitness sample)
builder.Services.AddScoped&lt;IRepositoryAsync&lt;Payment&gt;&gt;(sp =&gt;
{
    var context = sp.GetRequiredService&lt;PaymentDbContext&gt;();
    return new PaymentRepository(context);
});
builder.Services.AddScoped&lt;Domain.Services.PaymentService&gt;();
var app = builder.Build();
//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Teil 1 – Boris: DI in WebGUI (Program.cs) – Auszug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155680" cy="4846320"/>
          </a:xfrm>
          <a:prstGeom prst="rect">
            <a:avLst/>
          </a:prstGeom>
          <a:solidFill>
            <a:srgbClr val="19191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0F0F0"/>
                </a:solidFill>
                <a:latin typeface="Consolas"/>
              </a:rPr>
              <a:t>using Domain.Interfaces;
using Domain.Repositories;
using Domain.Services;
using Microsoft.EntityFrameworkCore;
using Model.Configuration;
using Model.Entities;
var builder = WebApplication.CreateBuilder(args);
builder.Services.AddControllersWithViews();
builder.Services.AddDbContext&lt;PaymentDbContext&gt;(options =&gt;
    options.UseSqlite(builder.Configuration.GetConnectionString("PaymentDB")));
builder.Services.AddScoped&lt;IRepositoryAsync&lt;Payment&gt;&gt;(sp =&gt;
{
    var context = sp.GetRequiredService&lt;PaymentDbContext&gt;();
    return new PaymentRepository(context);
});
builder.Services.AddScoped&lt;Domain.Services.PaymentService&gt;();
var app = builder.Build();
if (!app.Environment.IsDevelopment())
{
    app.UseExceptionHandler("/Home/Error");
// 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Teil 2 – Maxl: Domain = Wiederverwendbare Businesslogik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Repository Pattern abstrahiert Persistenz (austauschbar)</a:t>
            </a:r>
          </a:p>
          <a:p>
            <a:pPr/>
            <a:r>
              <a:t>`IRepositoryAsync&lt;T&gt;` als Vertrag</a:t>
            </a:r>
          </a:p>
          <a:p>
            <a:pPr/>
            <a:r>
              <a:t>`ARepositoryAsync&lt;T&gt;` liefert Standard-CRUD</a:t>
            </a:r>
          </a:p>
          <a:p>
            <a:pPr/>
            <a:r>
              <a:t>`PaymentService` implementiert Regeln (Validation, Status)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Teil 2 – Maxl: IRepositoryAsync – Auszug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155680" cy="4846320"/>
          </a:xfrm>
          <a:prstGeom prst="rect">
            <a:avLst/>
          </a:prstGeom>
          <a:solidFill>
            <a:srgbClr val="19191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0F0F0"/>
                </a:solidFill>
                <a:latin typeface="Consolas"/>
              </a:rPr>
              <a:t>using System.Linq.Expressions;
namespace Domain.Interfaces;
public interface IRepositoryAsync&lt;TEntity&gt; where TEntity : class
{
    Task&lt;TEntity&gt; CreateAsync(TEntity t);
    Task&lt;List&lt;TEntity&gt;&gt; CreateRangeAsync(List&lt;TEntity&gt; list);
    Task UpdateAsync(TEntity t);
    Task UpdateRangeAsync(List&lt;TEntity&gt; list);
    Task&lt;TEntity?&gt; ReadAsync(int id);
    Task&lt;List&lt;TEntity&gt;&gt; ReadAsync(Expression&lt;Func&lt;TEntity, bool&gt;&gt; filter);
    Task&lt;List&lt;TEntity&gt;&gt; ReadAsync(int start, int count);
    Task&lt;List&lt;TEntity&gt;&gt; ReadAllAsync();
    Task DeleteAsync(TEntity t);
}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Teil 2 – Maxl: ARepositoryAsync – Auszug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155680" cy="4846320"/>
          </a:xfrm>
          <a:prstGeom prst="rect">
            <a:avLst/>
          </a:prstGeom>
          <a:solidFill>
            <a:srgbClr val="19191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0F0F0"/>
                </a:solidFill>
                <a:latin typeface="Consolas"/>
              </a:rPr>
              <a:t>using System.Linq.Expressions;
using Domain.Interfaces;
using Microsoft.EntityFrameworkCore;
namespace Domain.Repositories;
public abstract class ARepositoryAsync&lt;TEntity&gt; : IRepositoryAsync&lt;TEntity&gt; where TEntity : class
{
    protected readonly DbContext _context;
    private readonly DbSet&lt;TEntity&gt; _table;
    protected ARepositoryAsync(DbContext context)
    {
        _context = context;
        _table = _context.Set&lt;TEntity&gt;();
    }
    public async Task&lt;TEntity&gt; CreateAsync(TEntity t)
    {
        _table.Add(t);
        await _context.SaveChangesAsync();
        return t;
    }
    public async Task&lt;List&lt;TEntity&gt;&gt; CreateRangeAsync(List&lt;TEntity&gt; list)
    {
        await _table.AddRangeAsync(list);
        await _context.SaveChangesAsync();
// 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Teil 2 – Maxl: PaymentService (Domain) – Auszug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155680" cy="4846320"/>
          </a:xfrm>
          <a:prstGeom prst="rect">
            <a:avLst/>
          </a:prstGeom>
          <a:solidFill>
            <a:srgbClr val="19191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0F0F0"/>
                </a:solidFill>
                <a:latin typeface="Consolas"/>
              </a:rPr>
              <a:t>using Domain.Interfaces;
using Model.Entities;
namespace Domain.Services;
public class PaymentService
{
    private readonly IRepositoryAsync&lt;Payment&gt; _paymentRepository;
    public PaymentService(IRepositoryAsync&lt;Payment&gt; paymentRepository)
    {
        _paymentRepository = paymentRepository;
    }
    public async Task&lt;Payment&gt; ProcessPaymentAsync(int participantId, decimal amount, bool confirmPayment = true)
    {
        if (participantId &lt;= 0)
        {
            throw new ArgumentOutOfRangeException(nameof(participantId), "ParticipantId must be greater than zero.");
        }
        if (amount &lt;= 0)
        {
            throw new ArgumentOutOfRangeException(nameof(amount), "Amount must be greater than zero.");
        }
        var success = confirmPayment;
        var payment = new Payment
        {
            ParticipantId = participantId,
            Amount = amount,
            Status = success ? "Completed" : "Failed",
            CreatedAt = DateTime.UtcNow
// 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Teil 3 – Ole: Views, Demo &amp;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WebGUI: Payment anlegen + History laden</a:t>
            </a:r>
          </a:p>
          <a:p>
            <a:pPr/>
            <a:r>
              <a:t>RestApi: Swagger – POST/GET Endpunkte</a:t>
            </a:r>
          </a:p>
          <a:p>
            <a:pPr/>
            <a:r>
              <a:t>Live-Demo + Backup-Screenshots (hidden slides)</a:t>
            </a:r>
          </a:p>
          <a:p>
            <a:pPr/>
            <a:r>
              <a:t>Unit-Tests: 10 Tests (Validation, Status, History)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Teil 3 – Ole: WebGUI PaymentController – Auszug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155680" cy="4846320"/>
          </a:xfrm>
          <a:prstGeom prst="rect">
            <a:avLst/>
          </a:prstGeom>
          <a:solidFill>
            <a:srgbClr val="19191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0F0F0"/>
                </a:solidFill>
                <a:latin typeface="Consolas"/>
              </a:rPr>
              <a:t>using Domain.Services;
using Microsoft.AspNetCore.Mvc;
using WebGUI.Models.Payments;
namespace WebGUI.Controllers;
public class PaymentController : Controller
{
    private readonly PaymentService _paymentService;
    private readonly ILogger&lt;PaymentController&gt; _logger;
    public PaymentController(PaymentService paymentService, ILogger&lt;PaymentController&gt; logger)
    {
        _paymentService = paymentService;
        _logger = logger;
    }
    [HttpGet]
    public async Task&lt;IActionResult&gt; Index(int? participantId)
    {
        var vm = new PaymentPageViewModel
        {
            ParticipantId = participantId,
            Message = TempData["Message"] as string
        };
        if (participantId.HasValue &amp;&amp; participantId.Value &gt; 0)
        {
            vm.Payments = await _paymentService.GetPaymentHistoryAsync(participantId.Value);
        }
        return View(vm);
// 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Teil 3 – Ole: View (Index.cshtml) – Auszug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155680" cy="4846320"/>
          </a:xfrm>
          <a:prstGeom prst="rect">
            <a:avLst/>
          </a:prstGeom>
          <a:solidFill>
            <a:srgbClr val="19191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0F0F0"/>
                </a:solidFill>
                <a:latin typeface="Consolas"/>
              </a:rPr>
              <a:t>@model WebGUI.Models.Payments.PaymentPageViewModel
@{
    ViewData["Title"] = "Payments";
}
&lt;div class="container mt-4"&gt;
    &lt;h2 class="mb-3"&gt;💳 Payments&lt;/h2&gt;
    @if (!string.IsNullOrWhiteSpace(Model.Message))
    {
        &lt;div class="alert alert-info"&gt;@Model.Message&lt;/div&gt;
    }
    &lt;div class="card mb-4"&gt;
        &lt;div class="card-header"&gt;
            Create payment
        &lt;/div&gt;
        &lt;div class="card-body"&gt;
            &lt;form asp-action="Create" method="post"&gt;
                @Html.AntiForgeryToken()
                &lt;div class="row g-3"&gt;
                    &lt;div class="col-md-4"&gt;
                        &lt;label class="form-label"&gt;ParticipantId&lt;/label&gt;
                        &lt;input class="form-control" name="ParticipantId" value="@(Model.ParticipantId?.ToString() ?? "")" /&gt;
// 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Teil 3 – Ole: RestApi PaymentController – Auszug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155680" cy="4846320"/>
          </a:xfrm>
          <a:prstGeom prst="rect">
            <a:avLst/>
          </a:prstGeom>
          <a:solidFill>
            <a:srgbClr val="19191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0F0F0"/>
                </a:solidFill>
                <a:latin typeface="Consolas"/>
              </a:rPr>
              <a:t>using Domain.Services;
using Microsoft.AspNetCore.Mvc;
using Model.Entities;
using RestApi.Dtos;
namespace RestApi.Controllers;
[ApiController]
[Route("api/[controller]")]
public class PaymentController : ControllerBase
{
    private readonly PaymentService _paymentService;
    private readonly ILogger&lt;PaymentController&gt; _logger;
    public PaymentController(PaymentService paymentService, ILogger&lt;PaymentController&gt; logger)
    {
        _paymentService = paymentService;
        _logger = logger;
    }
    [HttpPost]
    public async Task&lt;ActionResult&lt;ReadPaymentDto&gt;&gt; CreateAsync([FromBody] CreatePaymentDto dto)
    {
        var payment = await _paymentService.ProcessPaymentAsync(dto.ParticipantId, dto.Amount, dto.ConfirmPayment);
        _logger.LogInformation("Created payment {PaymentId} for participant {ParticipantId} ({Status})", payment.PaymentId, payment.ParticipantId, payment.Status);
        return CreatedAtAction(nameof(GetByIdAsync), new { id = payment.PaymentId }, payment.ToReadDto());
    }
// 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Layer: PaymentDbContext – Auszug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155680" cy="4846320"/>
          </a:xfrm>
          <a:prstGeom prst="rect">
            <a:avLst/>
          </a:prstGeom>
          <a:solidFill>
            <a:srgbClr val="19191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0F0F0"/>
                </a:solidFill>
                <a:latin typeface="Consolas"/>
              </a:rPr>
              <a:t>using Microsoft.EntityFrameworkCore;
using Model.Entities;
namespace Model.Configuration;
public class PaymentDbContext : DbContext
{
    public PaymentDbContext(DbContextOptions&lt;PaymentDbContext&gt; options) : base(options)
    {
    }
    public DbSet&lt;Payment&gt; Payments =&gt; Set&lt;Payment&gt;();
    protected override void OnModelCreating(ModelBuilder modelBuilder)
    {
        base.OnModelCreating(modelBuilder);
        modelBuilder.Entity&lt;Payment&gt;(entity =&gt;
        {
            entity.ToTable("Payments");
            entity.HasKey(e =&gt; e.PaymentId);
            entity.Property(e =&gt; e.PaymentId)
                .HasColumnName("PaymentId")
                .ValueGeneratedOnAdd();
            entity.Property(e =&gt; e.ParticipantId)
                .HasColumnName("ParticipantId")
                .IsRequired();
// 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(Hidden): Swagger Screenshot</a:t>
            </a:r>
          </a:p>
        </p:txBody>
      </p:sp>
      <p:pic>
        <p:nvPicPr>
          <p:cNvPr id="3" name="Picture 2" descr="restapi_swa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155680" cy="5422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(Hidden): WebGUI Screenshot</a:t>
            </a:r>
          </a:p>
        </p:txBody>
      </p:sp>
      <p:pic>
        <p:nvPicPr>
          <p:cNvPr id="3" name="Picture 2" descr="webgui_payment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155680" cy="54229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(Hidden): Unit Tests Screenshot</a:t>
            </a:r>
          </a:p>
        </p:txBody>
      </p:sp>
      <p:pic>
        <p:nvPicPr>
          <p:cNvPr id="3" name="Picture 2" descr="unit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155680" cy="23798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